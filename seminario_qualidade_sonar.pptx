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37160" cy="1371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274320"/>
            <a:ext cx="137160" cy="137160"/>
          </a:xfrm>
          <a:prstGeom prst="ellipse">
            <a:avLst/>
          </a:prstGeom>
          <a:solidFill>
            <a:srgbClr val="38BDF8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74320"/>
            <a:ext cx="137160" cy="137160"/>
          </a:xfrm>
          <a:prstGeom prst="ellipse">
            <a:avLst/>
          </a:prstGeom>
          <a:solidFill>
            <a:srgbClr val="38BDF8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274320"/>
            <a:ext cx="137160" cy="137160"/>
          </a:xfrm>
          <a:prstGeom prst="ellipse">
            <a:avLst/>
          </a:prstGeom>
          <a:solidFill>
            <a:srgbClr val="1D4ED8">
              <a:alpha val="5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737360" y="274320"/>
            <a:ext cx="137160" cy="137160"/>
          </a:xfrm>
          <a:prstGeom prst="ellipse">
            <a:avLst/>
          </a:prstGeom>
          <a:solidFill>
            <a:srgbClr val="1D4ED8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057400" y="274320"/>
            <a:ext cx="137160" cy="137160"/>
          </a:xfrm>
          <a:prstGeom prst="ellipse">
            <a:avLst/>
          </a:prstGeom>
          <a:solidFill>
            <a:srgbClr val="1D4ED8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7315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7315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TEMA 4 – QUALIDADE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234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Código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SonarQube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 · Análise · Refatoração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66560" y="457200"/>
            <a:ext cx="2103120" cy="4206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66560" y="457200"/>
            <a:ext cx="2103120" cy="2743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457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sonar.js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12280" y="8046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calc(a,b,c,d) {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12280" y="115214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(a &gt; 0) {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12280" y="14996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(b &gt; 0) {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12280" y="18470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❌ Code Smell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12280" y="21945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a+b+c+d;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12280" y="25420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12280" y="288950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12280" y="32369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Programação Modular – 12/05/2025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 que é Qualidade de Código?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651760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</a:rPr>
              <a:t>Legibilidade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Código fácil de ler e entender por outros desenvolvedores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22960"/>
            <a:ext cx="265176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960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🔧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0040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Manutenibilidade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22860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Facilidade de alterar e evoluir o sistema sem quebrar nada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82296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822960"/>
            <a:ext cx="265176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960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🛡️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08076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Confiabilidade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22860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Ausência de bugs, vulnerabilidades e comportamentos inesperados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44348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3A5F"/>
                </a:solidFill>
              </a:rPr>
              <a:t>Código com qualidade reduz custos, facilita trabalho em equipe e torna o sistema mais modular.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 que é SonarQube?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8BDF8"/>
                </a:solidFill>
              </a:rPr>
              <a:t>Ferramenta de análise estática de código que detecta problemas automaticamente.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75488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0876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🔎  Analisa o código sem executá-lo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475488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8483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🐛  Detecta bugs, vulnerabilidades e code smells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660904"/>
            <a:ext cx="475488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66090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📊  Gera relatórios e métricas de qualidade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236976"/>
            <a:ext cx="475488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23697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Integra-se ao CI/CD (pipeline automático)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813048"/>
            <a:ext cx="4754880" cy="4754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1304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🌐  Suporta Java, Python, JS, C# e mais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0" y="777240"/>
            <a:ext cx="3291840" cy="4023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0" y="777240"/>
            <a:ext cx="3291840" cy="320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777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SonarQube Dashboard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77840" y="1188720"/>
            <a:ext cx="1463040" cy="1417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0" y="1417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577840" y="2103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Bugs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78040" y="1188720"/>
            <a:ext cx="1463040" cy="1417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1417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12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178040" y="2103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Code Smells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2834640"/>
            <a:ext cx="1463040" cy="1417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0" y="3063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</a:rPr>
              <a:t>78%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577840" y="3749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Coverage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78040" y="2834640"/>
            <a:ext cx="1463040" cy="1417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7178040" y="3063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</a:rPr>
              <a:t>4.2%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178040" y="3749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Duplicações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 que são Code Smells?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3A5F"/>
                </a:solidFill>
              </a:rPr>
              <a:t>"Code Smell é um sinal de que algo no código pode estar errado — não necessariamente um bug, mas algo que dificulta a manutenção."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087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🧟  Código Morto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Trechos nunca executados, variáveis não utilizadas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41732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5087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📦  Método Longo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1920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Funções com muitas responsabilidades (&gt;20 linhas)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41732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5087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🔁  Código Duplicado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1920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Mesma lógica repetida em vários lugares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31546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📝  Nome Ruim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5661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Variáveis como 'x', 'temp', 'data' sem significado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54680" y="306324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46120" y="31546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🌳  Complexidade Alta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46120" y="35661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Muitos ifs e loops aninhados (difícil de testar)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306324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31546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🔗  Acoplamento Alto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35661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Classe que depende de muitas outras classes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Relação com Programação Modular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73736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🤢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Code Smells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Sinal de problema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12848" y="16916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4ED8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560320" y="914400"/>
            <a:ext cx="173736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005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6032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SonarQube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2057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Detecta e aponta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15968" y="16916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4ED8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173736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005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🔧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6344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Refatoração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2057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Corrige o código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19088" y="16916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4ED8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766560" y="914400"/>
            <a:ext cx="173736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1005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🧩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76656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Módulos limpos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2057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Alta coesão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108960"/>
            <a:ext cx="8595360" cy="1783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218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🔹 Módulos com code smells têm baixa coesão: fazem coisas demais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🔹 Código duplicado viola o princípio DRY (Don't Repeat Yourself)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0050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🔹 SonarQube garante que cada módulo tem responsabilidade única (SRP)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3982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🔹 Código limpo = módulos independentes, fáceis de testar e reutilizar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🐛  Problema 1: Código Duplicado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1605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 ANTES (com problema)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calcular_desconto_vip(preco):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5361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preco &gt; 100: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8836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preco * 0.10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23113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5786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9260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calcular_desconto_novo(preco):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2735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preco &gt; 100: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62102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preco * 0.10  # duplicado!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96849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777240"/>
            <a:ext cx="4114800" cy="41605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777240"/>
            <a:ext cx="4114800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DEPOIS (corrigido)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calcular_desconto(preco):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5361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"""Regra única de desconto"""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18836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preco &gt; 100: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23113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preco * 0.10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5786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9260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2735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Reutiliza a mesma função: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62102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desc_vip  = calcular_desconto(150)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96849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desc_novo = calcular_desconto(200)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🐛  Problema 2: Método Longo e Complexidade Alta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1605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 ANTES (método gigante)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processar_pedido(pedido):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4767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valida dados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764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not pedido['item']: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0528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'Erro: item vazio'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340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pedido['qtd'] &lt;= 0: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6289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'Erro: qtd inválida'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9169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calcula total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2049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 = pedido['preco']*pedido['qtd']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493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pedido['vip']: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7810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*= 0.90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4069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salva no banco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43571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db.save({'total': total})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4645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total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777240"/>
            <a:ext cx="4114800" cy="41605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777240"/>
            <a:ext cx="4114800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DEPOIS (funções pequenas)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validar(pedido):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1463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not pedido['item']: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1737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ValueError('item vazio')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2011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pedido['qtd'] &lt;= 0: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2286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ValueError('qtd inválida')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2560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2834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calcular_total(pedido):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3108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 = pedido['preco']*pedido['qtd']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3383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 * 0.90 if pedido['vip'] else 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3657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39319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processar_pedido(pedido):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4206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validar(pedido)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44805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 = calcular_total(pedido)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4754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db.save({'total': total})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🖥️  Demonstração Prática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640080" cy="1143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6868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97840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📄  Código com problemas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38988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Mostrar o arquivo original com code smells identificados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841248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48840"/>
            <a:ext cx="640080" cy="1143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4884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225856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🔍  Análise no SonarQube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6700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Executar análise e mostrar os problemas detectados automaticamente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841248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29000"/>
            <a:ext cx="640080" cy="1143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42900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53872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✅  Código refatorado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95020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Mostrar a versão corrigida e como o SonarQube aprova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9E0B"/>
                </a:solidFill>
              </a:rPr>
              <a:t>💡  Ferramenta alternativa: SonarLint (plugin para VS Code/IntelliJ — análise em tempo real)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Resumo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8BDF8"/>
                </a:solidFill>
              </a:rPr>
              <a:t>O que vimos hoje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768096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3258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Qualidade de código = legibilidade + manutenibilidade + confiabilidade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029968"/>
            <a:ext cx="768096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2996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🦨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202996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Code Smells são sinais de problemas: código duplicado, métodos longos, nomes ruins...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734056"/>
            <a:ext cx="768096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3405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734056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SonarQube detecta esses problemas automaticamente, antes do bug aparecer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438144"/>
            <a:ext cx="768096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3814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343814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Refatoramos 2 problemas reais: duplicação e método longo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142232"/>
            <a:ext cx="768096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4223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414223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Código limpo = módulos coesos, independentes e fáceis de manter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4 – Qualidade de Código com SonarQube</dc:title>
  <dc:subject>PptxGenJS Presentation</dc:subject>
  <dc:creator>PptxGenJS</dc:creator>
  <cp:lastModifiedBy>PptxGenJS</cp:lastModifiedBy>
  <cp:revision>1</cp:revision>
  <dcterms:created xsi:type="dcterms:W3CDTF">2026-05-12T20:30:40Z</dcterms:created>
  <dcterms:modified xsi:type="dcterms:W3CDTF">2026-05-12T20:30:40Z</dcterms:modified>
</cp:coreProperties>
</file>